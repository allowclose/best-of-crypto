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4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81C0-425F-B884-8FE4-3A1E379E1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0E1DB-F8E6-2D99-DA77-DFD08486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DA363-9D73-1A54-20C5-F2C6795D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40991-F4BC-B71C-6DCF-F8B0C56F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1E2A7-F05B-5B41-A0F5-E9915524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6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E3D8-4E13-AE12-A116-3A70840A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18D38-D6E6-DE29-77A2-BF4629655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54DE3-5E00-94B6-4957-D2198326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13B07-5B21-C125-101F-07F00449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8C8BB-A510-D79C-103E-F2F7694D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9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6044-12E2-242B-02A1-2679B554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10E8B-5862-5D24-08EE-17615CA65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7096D-85DB-03AA-A622-2BF86AD1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A4F1-95FE-3573-3CF6-A9FC5F69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7ABB0-F43D-4420-6736-11635A56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2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E38E-44C3-F417-EE84-3926A6D2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1287-2FBE-9E94-7784-CCF8469F0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64AF6-4F02-7B94-7CF1-021E546F6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E4B9-6A3D-54C0-6C01-845000A4A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1A081-A6E0-210F-AFD2-495C4D3F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B03FF-6446-DAB7-B528-671A2A6F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9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0D74-2FE1-C389-A129-1BA1FFE6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2F3CE-85B8-784A-2EFC-D39D09AD8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7DF73-72AE-5BB5-B17A-74B3C2750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5A344-E090-883C-3A10-327141D29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F12D7-C331-4C9B-CF6D-4C7F92677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4A1B0-3AF9-59B7-0567-419032B4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255F6F-9DD3-ACA3-74BA-C3E12276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51790-2230-3119-871A-FDF6AE00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7BC4-1629-AF76-34CF-400B4639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B764E-3F44-204D-C661-0951B8E0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72CAE-33A2-8A3A-CB1E-8D13E449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EAF5D-36E2-F77A-FAA1-5F80ACAF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4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38040-50B2-EDF8-4B01-E6313551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1D00E-CDA8-4F01-AEAD-59110711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2ABA6-F543-DFAC-BC8F-F37AEE4D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0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E469-B822-03AF-A288-93E0CE703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F497-D2FF-15D8-32B5-6B6E59DE1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55B7D-1EF1-A174-6BA5-314C9B36D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6CADD-1A60-8C38-3394-C8CBFF95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F4F92-76E9-3097-A04B-40833FDB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4F617-D14E-3875-229B-22A421B96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2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9400-59CA-CC4B-F686-E2E8D4E6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588AE-42FF-409B-2602-8603B1512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CA513-8A22-8A7A-5368-23BBB3C85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ED97-48B3-41D6-EC0D-C583C1C6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B6B5A-3574-CBF6-CED4-8AA1D7DFC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74ECC-B022-C2B2-B638-38572D76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5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EBD3-E6A1-DF66-4C0C-0B1609339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7118D-1B58-B7D1-FF82-C68729753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9EA7F-2758-6E12-E5A0-E1854098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ED7A6-7526-F1BA-F1C5-562D5ABB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DDB8-FB27-361A-CC6B-C24EE61B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67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E787F-0738-E171-D1C6-757278506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F1D71-3D52-792E-321D-6D2F71934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765E-FA89-EB13-772E-E1177F7D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9772-475B-B26A-E8D9-3E81918B2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C8D6A-8F99-60E9-E42A-C9C030DAD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7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16AF4-39EA-3C0B-FC82-0377004A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9F42-F376-A699-DC96-688D5172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F8DD3-4C2A-CA54-8B82-5BAEBE205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99E6F-FB3C-4518-ABFC-A0BCE9E26EB1}" type="datetimeFigureOut">
              <a:rPr lang="en-US" smtClean="0"/>
              <a:t>13/10/2026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A2AC0-D2D5-E70B-F2C9-F4D5DE1F7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97021-F349-12E5-F8CD-572FF125A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FE762-7433-42D1-A083-3EAC53966F3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A4934-46E6-6214-DDAE-349F9D83E96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31838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## RESTRICTED ##</a:t>
            </a:r>
          </a:p>
        </p:txBody>
      </p:sp>
    </p:spTree>
    <p:extLst>
      <p:ext uri="{BB962C8B-B14F-4D97-AF65-F5344CB8AC3E}">
        <p14:creationId xmlns:p14="http://schemas.microsoft.com/office/powerpoint/2010/main" val="361021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570C2B-7333-C97C-2891-1A81F38955DD}"/>
              </a:ext>
            </a:extLst>
          </p:cNvPr>
          <p:cNvSpPr txBox="1"/>
          <p:nvPr/>
        </p:nvSpPr>
        <p:spPr>
          <a:xfrm>
            <a:off x="3048000" y="-4786176"/>
            <a:ext cx="6096000" cy="1643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socket</a:t>
            </a:r>
          </a:p>
          <a:p>
            <a:r>
              <a:rPr lang="en-US" dirty="0"/>
              <a:t>from </a:t>
            </a:r>
            <a:r>
              <a:rPr lang="en-US" dirty="0" err="1"/>
              <a:t>contextlib</a:t>
            </a:r>
            <a:r>
              <a:rPr lang="en-US" dirty="0"/>
              <a:t> import closing</a:t>
            </a:r>
          </a:p>
          <a:p>
            <a:r>
              <a:rPr lang="en-US" dirty="0"/>
              <a:t>from </a:t>
            </a:r>
            <a:r>
              <a:rPr lang="en-US" dirty="0" err="1"/>
              <a:t>concurrent.futures</a:t>
            </a:r>
            <a:r>
              <a:rPr lang="en-US" dirty="0"/>
              <a:t> import </a:t>
            </a:r>
            <a:r>
              <a:rPr lang="en-US" dirty="0" err="1"/>
              <a:t>ThreadPoolExecutor</a:t>
            </a:r>
            <a:r>
              <a:rPr lang="en-US" dirty="0"/>
              <a:t>, </a:t>
            </a:r>
            <a:r>
              <a:rPr lang="en-US" dirty="0" err="1"/>
              <a:t>as_completed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is_port_open</a:t>
            </a:r>
            <a:r>
              <a:rPr lang="en-US" dirty="0"/>
              <a:t>(</a:t>
            </a:r>
            <a:r>
              <a:rPr lang="en-US" dirty="0" err="1"/>
              <a:t>ip</a:t>
            </a:r>
            <a:r>
              <a:rPr lang="en-US" dirty="0"/>
              <a:t>: str, port: int, </a:t>
            </a:r>
            <a:r>
              <a:rPr lang="en-US" dirty="0" err="1"/>
              <a:t>timeout_seconds</a:t>
            </a:r>
            <a:r>
              <a:rPr lang="en-US" dirty="0"/>
              <a:t>: float = 1.0) -&gt; bool:</a:t>
            </a:r>
          </a:p>
          <a:p>
            <a:r>
              <a:rPr lang="en-US" dirty="0"/>
              <a:t>    with closing(</a:t>
            </a:r>
            <a:r>
              <a:rPr lang="en-US" dirty="0" err="1"/>
              <a:t>socket.socket</a:t>
            </a:r>
            <a:r>
              <a:rPr lang="en-US" dirty="0"/>
              <a:t>(</a:t>
            </a:r>
            <a:r>
              <a:rPr lang="en-US" dirty="0" err="1"/>
              <a:t>socket.AF_INET</a:t>
            </a:r>
            <a:r>
              <a:rPr lang="en-US" dirty="0"/>
              <a:t>, </a:t>
            </a:r>
            <a:r>
              <a:rPr lang="en-US" dirty="0" err="1"/>
              <a:t>socket.SOCK_STREAM</a:t>
            </a:r>
            <a:r>
              <a:rPr lang="en-US" dirty="0"/>
              <a:t>)) as sock:</a:t>
            </a:r>
          </a:p>
          <a:p>
            <a:r>
              <a:rPr lang="en-US" dirty="0"/>
              <a:t>        </a:t>
            </a:r>
            <a:r>
              <a:rPr lang="en-US" dirty="0" err="1"/>
              <a:t>sock.settimeout</a:t>
            </a:r>
            <a:r>
              <a:rPr lang="en-US" dirty="0"/>
              <a:t>(</a:t>
            </a:r>
            <a:r>
              <a:rPr lang="en-US" dirty="0" err="1"/>
              <a:t>timeout_seconds</a:t>
            </a:r>
            <a:r>
              <a:rPr lang="en-US" dirty="0"/>
              <a:t>)</a:t>
            </a:r>
          </a:p>
          <a:p>
            <a:r>
              <a:rPr lang="en-US" dirty="0"/>
              <a:t>        return </a:t>
            </a:r>
            <a:r>
              <a:rPr lang="en-US" dirty="0" err="1"/>
              <a:t>sock.connect_ex</a:t>
            </a:r>
            <a:r>
              <a:rPr lang="en-US" dirty="0"/>
              <a:t>((</a:t>
            </a:r>
            <a:r>
              <a:rPr lang="en-US" dirty="0" err="1"/>
              <a:t>ip</a:t>
            </a:r>
            <a:r>
              <a:rPr lang="en-US" dirty="0"/>
              <a:t>, port)) == 0</a:t>
            </a:r>
          </a:p>
          <a:p>
            <a:endParaRPr lang="en-US" dirty="0"/>
          </a:p>
          <a:p>
            <a:r>
              <a:rPr lang="en-US" dirty="0"/>
              <a:t>def main():</a:t>
            </a:r>
          </a:p>
          <a:p>
            <a:r>
              <a:rPr lang="en-US" dirty="0"/>
              <a:t>    try:</a:t>
            </a:r>
          </a:p>
          <a:p>
            <a:r>
              <a:rPr lang="en-US" dirty="0"/>
              <a:t>        </a:t>
            </a:r>
            <a:r>
              <a:rPr lang="en-US" dirty="0" err="1"/>
              <a:t>target_ip</a:t>
            </a:r>
            <a:r>
              <a:rPr lang="en-US" dirty="0"/>
              <a:t> = input("Enter target IP: ").strip()</a:t>
            </a:r>
          </a:p>
          <a:p>
            <a:r>
              <a:rPr lang="en-US" dirty="0"/>
              <a:t>        </a:t>
            </a:r>
            <a:r>
              <a:rPr lang="en-US" dirty="0" err="1"/>
              <a:t>start_port</a:t>
            </a:r>
            <a:r>
              <a:rPr lang="en-US" dirty="0"/>
              <a:t> = int(input("Enter start port: ").strip())</a:t>
            </a:r>
          </a:p>
          <a:p>
            <a:r>
              <a:rPr lang="en-US" dirty="0"/>
              <a:t>        </a:t>
            </a:r>
            <a:r>
              <a:rPr lang="en-US" dirty="0" err="1"/>
              <a:t>end_port</a:t>
            </a:r>
            <a:r>
              <a:rPr lang="en-US" dirty="0"/>
              <a:t> = int(input("Enter end port: ").strip())</a:t>
            </a:r>
          </a:p>
          <a:p>
            <a:endParaRPr lang="en-US" dirty="0"/>
          </a:p>
          <a:p>
            <a:r>
              <a:rPr lang="en-US" dirty="0"/>
              <a:t>        if </a:t>
            </a:r>
            <a:r>
              <a:rPr lang="en-US" dirty="0" err="1"/>
              <a:t>start_port</a:t>
            </a:r>
            <a:r>
              <a:rPr lang="en-US" dirty="0"/>
              <a:t> &lt; 1 or </a:t>
            </a:r>
            <a:r>
              <a:rPr lang="en-US" dirty="0" err="1"/>
              <a:t>end_port</a:t>
            </a:r>
            <a:r>
              <a:rPr lang="en-US" dirty="0"/>
              <a:t> &gt; 65535 or </a:t>
            </a:r>
            <a:r>
              <a:rPr lang="en-US" dirty="0" err="1"/>
              <a:t>start_port</a:t>
            </a:r>
            <a:r>
              <a:rPr lang="en-US" dirty="0"/>
              <a:t> &gt; </a:t>
            </a:r>
            <a:r>
              <a:rPr lang="en-US" dirty="0" err="1"/>
              <a:t>end_port</a:t>
            </a:r>
            <a:r>
              <a:rPr lang="en-US" dirty="0"/>
              <a:t>:</a:t>
            </a:r>
          </a:p>
          <a:p>
            <a:r>
              <a:rPr lang="en-US" dirty="0"/>
              <a:t>            print("Invalid port range. Use 1..65535 and ensure start &lt;= end.")</a:t>
            </a:r>
          </a:p>
          <a:p>
            <a:r>
              <a:rPr lang="en-US" dirty="0"/>
              <a:t>            return</a:t>
            </a:r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timeout_sec</a:t>
            </a:r>
            <a:r>
              <a:rPr lang="en-US" dirty="0"/>
              <a:t> = 1.0</a:t>
            </a:r>
          </a:p>
          <a:p>
            <a:r>
              <a:rPr lang="en-US" dirty="0"/>
              <a:t>        </a:t>
            </a:r>
            <a:r>
              <a:rPr lang="en-US" dirty="0" err="1"/>
              <a:t>total_ports</a:t>
            </a:r>
            <a:r>
              <a:rPr lang="en-US" dirty="0"/>
              <a:t> = </a:t>
            </a:r>
            <a:r>
              <a:rPr lang="en-US" dirty="0" err="1"/>
              <a:t>end_port</a:t>
            </a:r>
            <a:r>
              <a:rPr lang="en-US" dirty="0"/>
              <a:t> - </a:t>
            </a:r>
            <a:r>
              <a:rPr lang="en-US" dirty="0" err="1"/>
              <a:t>start_port</a:t>
            </a:r>
            <a:r>
              <a:rPr lang="en-US" dirty="0"/>
              <a:t> + 1</a:t>
            </a:r>
          </a:p>
          <a:p>
            <a:r>
              <a:rPr lang="en-US" dirty="0"/>
              <a:t>        </a:t>
            </a:r>
            <a:r>
              <a:rPr lang="en-US" dirty="0" err="1"/>
              <a:t>max_workers</a:t>
            </a:r>
            <a:r>
              <a:rPr lang="en-US" dirty="0"/>
              <a:t> = min(100, </a:t>
            </a:r>
            <a:r>
              <a:rPr lang="en-US" dirty="0" err="1"/>
              <a:t>total_ports</a:t>
            </a:r>
            <a:r>
              <a:rPr lang="en-US" dirty="0"/>
              <a:t>)  # cap threads to something reasonable</a:t>
            </a:r>
          </a:p>
          <a:p>
            <a:endParaRPr lang="en-US" dirty="0"/>
          </a:p>
          <a:p>
            <a:r>
              <a:rPr lang="en-US" dirty="0"/>
              <a:t>        print(</a:t>
            </a:r>
            <a:r>
              <a:rPr lang="en-US" dirty="0" err="1"/>
              <a:t>f"Scanning</a:t>
            </a:r>
            <a:r>
              <a:rPr lang="en-US" dirty="0"/>
              <a:t> ports {</a:t>
            </a:r>
            <a:r>
              <a:rPr lang="en-US" dirty="0" err="1"/>
              <a:t>start_port</a:t>
            </a:r>
            <a:r>
              <a:rPr lang="en-US" dirty="0"/>
              <a:t>} to {</a:t>
            </a:r>
            <a:r>
              <a:rPr lang="en-US" dirty="0" err="1"/>
              <a:t>end_port</a:t>
            </a:r>
            <a:r>
              <a:rPr lang="en-US" dirty="0"/>
              <a:t>} on {</a:t>
            </a:r>
            <a:r>
              <a:rPr lang="en-US" dirty="0" err="1"/>
              <a:t>target_ip</a:t>
            </a:r>
            <a:r>
              <a:rPr lang="en-US" dirty="0"/>
              <a:t>} with {</a:t>
            </a:r>
            <a:r>
              <a:rPr lang="en-US" dirty="0" err="1"/>
              <a:t>max_workers</a:t>
            </a:r>
            <a:r>
              <a:rPr lang="en-US" dirty="0"/>
              <a:t>} threads...")</a:t>
            </a:r>
          </a:p>
          <a:p>
            <a:endParaRPr lang="en-US" dirty="0"/>
          </a:p>
          <a:p>
            <a:r>
              <a:rPr lang="en-US" dirty="0"/>
              <a:t>        results = {}</a:t>
            </a:r>
          </a:p>
          <a:p>
            <a:r>
              <a:rPr lang="en-US" dirty="0"/>
              <a:t>        with </a:t>
            </a:r>
            <a:r>
              <a:rPr lang="en-US" dirty="0" err="1"/>
              <a:t>ThreadPoolExecutor</a:t>
            </a:r>
            <a:r>
              <a:rPr lang="en-US" dirty="0"/>
              <a:t>(</a:t>
            </a:r>
            <a:r>
              <a:rPr lang="en-US" dirty="0" err="1"/>
              <a:t>max_workers</a:t>
            </a:r>
            <a:r>
              <a:rPr lang="en-US" dirty="0"/>
              <a:t>=</a:t>
            </a:r>
            <a:r>
              <a:rPr lang="en-US" dirty="0" err="1"/>
              <a:t>max_workers</a:t>
            </a:r>
            <a:r>
              <a:rPr lang="en-US" dirty="0"/>
              <a:t>) as executor:</a:t>
            </a:r>
          </a:p>
          <a:p>
            <a:r>
              <a:rPr lang="en-US" dirty="0"/>
              <a:t>            </a:t>
            </a:r>
            <a:r>
              <a:rPr lang="en-US" dirty="0" err="1"/>
              <a:t>future_to_port</a:t>
            </a:r>
            <a:r>
              <a:rPr lang="en-US" dirty="0"/>
              <a:t> = {</a:t>
            </a:r>
          </a:p>
          <a:p>
            <a:r>
              <a:rPr lang="en-US" dirty="0"/>
              <a:t>                </a:t>
            </a:r>
            <a:r>
              <a:rPr lang="en-US" dirty="0" err="1"/>
              <a:t>executor.submit</a:t>
            </a:r>
            <a:r>
              <a:rPr lang="en-US" dirty="0"/>
              <a:t>(</a:t>
            </a:r>
            <a:r>
              <a:rPr lang="en-US" dirty="0" err="1"/>
              <a:t>is_port_open</a:t>
            </a:r>
            <a:r>
              <a:rPr lang="en-US" dirty="0"/>
              <a:t>, </a:t>
            </a:r>
            <a:r>
              <a:rPr lang="en-US" dirty="0" err="1"/>
              <a:t>target_ip</a:t>
            </a:r>
            <a:r>
              <a:rPr lang="en-US" dirty="0"/>
              <a:t>, port, </a:t>
            </a:r>
            <a:r>
              <a:rPr lang="en-US" dirty="0" err="1"/>
              <a:t>timeout_sec</a:t>
            </a:r>
            <a:r>
              <a:rPr lang="en-US" dirty="0"/>
              <a:t>): port</a:t>
            </a:r>
          </a:p>
          <a:p>
            <a:r>
              <a:rPr lang="en-US" dirty="0"/>
              <a:t>                for port in range(</a:t>
            </a:r>
            <a:r>
              <a:rPr lang="en-US" dirty="0" err="1"/>
              <a:t>start_port</a:t>
            </a:r>
            <a:r>
              <a:rPr lang="en-US" dirty="0"/>
              <a:t>, </a:t>
            </a:r>
            <a:r>
              <a:rPr lang="en-US" dirty="0" err="1"/>
              <a:t>end_port</a:t>
            </a:r>
            <a:r>
              <a:rPr lang="en-US" dirty="0"/>
              <a:t> + 1)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        for future in </a:t>
            </a:r>
            <a:r>
              <a:rPr lang="en-US" dirty="0" err="1"/>
              <a:t>as_completed</a:t>
            </a:r>
            <a:r>
              <a:rPr lang="en-US" dirty="0"/>
              <a:t>(</a:t>
            </a:r>
            <a:r>
              <a:rPr lang="en-US" dirty="0" err="1"/>
              <a:t>future_to_port</a:t>
            </a:r>
            <a:r>
              <a:rPr lang="en-US" dirty="0"/>
              <a:t>):</a:t>
            </a:r>
          </a:p>
          <a:p>
            <a:r>
              <a:rPr lang="en-US" dirty="0"/>
              <a:t>                port = </a:t>
            </a:r>
            <a:r>
              <a:rPr lang="en-US" dirty="0" err="1"/>
              <a:t>future_to_port</a:t>
            </a:r>
            <a:r>
              <a:rPr lang="en-US" dirty="0"/>
              <a:t>[future]</a:t>
            </a:r>
          </a:p>
          <a:p>
            <a:r>
              <a:rPr lang="en-US" dirty="0"/>
              <a:t>                try:</a:t>
            </a:r>
          </a:p>
          <a:p>
            <a:r>
              <a:rPr lang="en-US" dirty="0"/>
              <a:t>                    results[port] = </a:t>
            </a:r>
            <a:r>
              <a:rPr lang="en-US" dirty="0" err="1"/>
              <a:t>future.result</a:t>
            </a:r>
            <a:r>
              <a:rPr lang="en-US" dirty="0"/>
              <a:t>()</a:t>
            </a:r>
          </a:p>
          <a:p>
            <a:r>
              <a:rPr lang="en-US" dirty="0"/>
              <a:t>                except Exception as e:</a:t>
            </a:r>
          </a:p>
          <a:p>
            <a:r>
              <a:rPr lang="en-US" dirty="0"/>
              <a:t>                    results[port] = False  # treat errors as closed/unknown</a:t>
            </a:r>
          </a:p>
          <a:p>
            <a:r>
              <a:rPr lang="en-US" dirty="0"/>
              <a:t>                    print(</a:t>
            </a:r>
            <a:r>
              <a:rPr lang="en-US" dirty="0" err="1"/>
              <a:t>f"Error</a:t>
            </a:r>
            <a:r>
              <a:rPr lang="en-US" dirty="0"/>
              <a:t> on port {port}: {e}")</a:t>
            </a:r>
          </a:p>
          <a:p>
            <a:endParaRPr lang="en-US" dirty="0"/>
          </a:p>
          <a:p>
            <a:r>
              <a:rPr lang="en-US" dirty="0"/>
              <a:t>        # Print results in ascending order</a:t>
            </a:r>
          </a:p>
          <a:p>
            <a:r>
              <a:rPr lang="en-US" dirty="0"/>
              <a:t>        for port in range(</a:t>
            </a:r>
            <a:r>
              <a:rPr lang="en-US" dirty="0" err="1"/>
              <a:t>start_port</a:t>
            </a:r>
            <a:r>
              <a:rPr lang="en-US" dirty="0"/>
              <a:t>, </a:t>
            </a:r>
            <a:r>
              <a:rPr lang="en-US" dirty="0" err="1"/>
              <a:t>end_port</a:t>
            </a:r>
            <a:r>
              <a:rPr lang="en-US" dirty="0"/>
              <a:t> + 1):</a:t>
            </a:r>
          </a:p>
          <a:p>
            <a:r>
              <a:rPr lang="en-US" dirty="0"/>
              <a:t>            print(</a:t>
            </a:r>
            <a:r>
              <a:rPr lang="en-US" dirty="0" err="1"/>
              <a:t>f"Port</a:t>
            </a:r>
            <a:r>
              <a:rPr lang="en-US" dirty="0"/>
              <a:t> {port} is {'OPEN' if </a:t>
            </a:r>
            <a:r>
              <a:rPr lang="en-US" dirty="0" err="1"/>
              <a:t>results.get</a:t>
            </a:r>
            <a:r>
              <a:rPr lang="en-US" dirty="0"/>
              <a:t>(port, False) else 'CLOSED'}")</a:t>
            </a:r>
          </a:p>
          <a:p>
            <a:endParaRPr lang="en-US" dirty="0"/>
          </a:p>
          <a:p>
            <a:r>
              <a:rPr lang="en-US" dirty="0"/>
              <a:t>    except </a:t>
            </a:r>
            <a:r>
              <a:rPr lang="en-US" dirty="0" err="1"/>
              <a:t>ValueError</a:t>
            </a:r>
            <a:r>
              <a:rPr lang="en-US" dirty="0"/>
              <a:t>:</a:t>
            </a:r>
          </a:p>
          <a:p>
            <a:r>
              <a:rPr lang="en-US" dirty="0"/>
              <a:t>        print("Please enter valid integer values for ports.")</a:t>
            </a:r>
          </a:p>
          <a:p>
            <a:endParaRPr lang="en-US" dirty="0"/>
          </a:p>
          <a:p>
            <a:r>
              <a:rPr lang="en-US" dirty="0"/>
              <a:t>if __name__ == "__main__":</a:t>
            </a:r>
          </a:p>
          <a:p>
            <a:r>
              <a:rPr lang="en-US" dirty="0"/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152169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467FC-CBA2-7C71-5F09-A4A10FF2A41F}"/>
              </a:ext>
            </a:extLst>
          </p:cNvPr>
          <p:cNvSpPr txBox="1"/>
          <p:nvPr/>
        </p:nvSpPr>
        <p:spPr>
          <a:xfrm>
            <a:off x="3048000" y="-7694664"/>
            <a:ext cx="6096000" cy="22252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java.io.IOException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java.net.InetSocketAddress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java.net.Socket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java.util.List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r>
              <a:rPr lang="en-US" dirty="0"/>
              <a:t>import </a:t>
            </a:r>
            <a:r>
              <a:rPr lang="en-US" dirty="0" err="1"/>
              <a:t>java.util.concurrent</a:t>
            </a:r>
            <a:r>
              <a:rPr lang="en-US" dirty="0"/>
              <a:t>.*;</a:t>
            </a:r>
          </a:p>
          <a:p>
            <a:endParaRPr lang="en-US" dirty="0"/>
          </a:p>
          <a:p>
            <a:r>
              <a:rPr lang="en-US" dirty="0"/>
              <a:t>public class </a:t>
            </a:r>
            <a:r>
              <a:rPr lang="en-US" dirty="0" err="1"/>
              <a:t>PortScannerParallel</a:t>
            </a:r>
            <a:r>
              <a:rPr lang="en-US" dirty="0"/>
              <a:t> {</a:t>
            </a:r>
          </a:p>
          <a:p>
            <a:endParaRPr lang="en-US" dirty="0"/>
          </a:p>
          <a:p>
            <a:r>
              <a:rPr lang="en-US" dirty="0"/>
              <a:t>    public static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isPortOpen</a:t>
            </a:r>
            <a:r>
              <a:rPr lang="en-US" dirty="0"/>
              <a:t>(String </a:t>
            </a:r>
            <a:r>
              <a:rPr lang="en-US" dirty="0" err="1"/>
              <a:t>ip</a:t>
            </a:r>
            <a:r>
              <a:rPr lang="en-US" dirty="0"/>
              <a:t>, int port, int </a:t>
            </a:r>
            <a:r>
              <a:rPr lang="en-US" dirty="0" err="1"/>
              <a:t>timeoutMillis</a:t>
            </a:r>
            <a:r>
              <a:rPr lang="en-US" dirty="0"/>
              <a:t>) {</a:t>
            </a:r>
          </a:p>
          <a:p>
            <a:r>
              <a:rPr lang="en-US" dirty="0"/>
              <a:t>        try (Socket </a:t>
            </a:r>
            <a:r>
              <a:rPr lang="en-US" dirty="0" err="1"/>
              <a:t>socket</a:t>
            </a:r>
            <a:r>
              <a:rPr lang="en-US" dirty="0"/>
              <a:t> = new Socket()) {</a:t>
            </a:r>
          </a:p>
          <a:p>
            <a:r>
              <a:rPr lang="en-US" dirty="0"/>
              <a:t>            </a:t>
            </a:r>
            <a:r>
              <a:rPr lang="en-US" dirty="0" err="1"/>
              <a:t>socket.connect</a:t>
            </a:r>
            <a:r>
              <a:rPr lang="en-US" dirty="0"/>
              <a:t>(new </a:t>
            </a:r>
            <a:r>
              <a:rPr lang="en-US" dirty="0" err="1"/>
              <a:t>InetSocketAddress</a:t>
            </a:r>
            <a:r>
              <a:rPr lang="en-US" dirty="0"/>
              <a:t>(</a:t>
            </a:r>
            <a:r>
              <a:rPr lang="en-US" dirty="0" err="1"/>
              <a:t>ip</a:t>
            </a:r>
            <a:r>
              <a:rPr lang="en-US" dirty="0"/>
              <a:t>, port), </a:t>
            </a:r>
            <a:r>
              <a:rPr lang="en-US" dirty="0" err="1"/>
              <a:t>timeoutMillis</a:t>
            </a:r>
            <a:r>
              <a:rPr lang="en-US" dirty="0"/>
              <a:t>);</a:t>
            </a:r>
          </a:p>
          <a:p>
            <a:r>
              <a:rPr lang="en-US" dirty="0"/>
              <a:t>            return true;</a:t>
            </a:r>
          </a:p>
          <a:p>
            <a:r>
              <a:rPr lang="en-US" dirty="0"/>
              <a:t>        } catch (</a:t>
            </a:r>
            <a:r>
              <a:rPr lang="en-US" dirty="0" err="1"/>
              <a:t>IOException</a:t>
            </a:r>
            <a:r>
              <a:rPr lang="en-US" dirty="0"/>
              <a:t> ex) {</a:t>
            </a:r>
          </a:p>
          <a:p>
            <a:r>
              <a:rPr lang="en-US" dirty="0"/>
              <a:t>            return false;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throws </a:t>
            </a:r>
            <a:r>
              <a:rPr lang="en-US" dirty="0" err="1"/>
              <a:t>InterruptedException</a:t>
            </a:r>
            <a:r>
              <a:rPr lang="en-US" dirty="0"/>
              <a:t> {</a:t>
            </a:r>
          </a:p>
          <a:p>
            <a:r>
              <a:rPr lang="en-US" dirty="0"/>
              <a:t>        try (Scanner </a:t>
            </a:r>
            <a:r>
              <a:rPr lang="en-US" dirty="0" err="1"/>
              <a:t>scanner</a:t>
            </a:r>
            <a:r>
              <a:rPr lang="en-US" dirty="0"/>
              <a:t> = new Scanner(System.in))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("Enter target IP: ");</a:t>
            </a:r>
          </a:p>
          <a:p>
            <a:r>
              <a:rPr lang="en-US" dirty="0"/>
              <a:t>            String </a:t>
            </a:r>
            <a:r>
              <a:rPr lang="en-US" dirty="0" err="1"/>
              <a:t>targetIP</a:t>
            </a:r>
            <a:r>
              <a:rPr lang="en-US" dirty="0"/>
              <a:t> = </a:t>
            </a:r>
            <a:r>
              <a:rPr lang="en-US" dirty="0" err="1"/>
              <a:t>scanner.nextLine</a:t>
            </a:r>
            <a:r>
              <a:rPr lang="en-US" dirty="0"/>
              <a:t>().trim();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("Enter start port: ");</a:t>
            </a:r>
          </a:p>
          <a:p>
            <a:r>
              <a:rPr lang="en-US" dirty="0"/>
              <a:t>            int </a:t>
            </a:r>
            <a:r>
              <a:rPr lang="en-US" dirty="0" err="1"/>
              <a:t>startPort</a:t>
            </a:r>
            <a:r>
              <a:rPr lang="en-US" dirty="0"/>
              <a:t> = 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scanner.nextLine</a:t>
            </a:r>
            <a:r>
              <a:rPr lang="en-US" dirty="0"/>
              <a:t>().trim());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</a:t>
            </a:r>
            <a:r>
              <a:rPr lang="en-US" dirty="0"/>
              <a:t>("Enter end port: ");</a:t>
            </a:r>
          </a:p>
          <a:p>
            <a:r>
              <a:rPr lang="en-US" dirty="0"/>
              <a:t>            int </a:t>
            </a:r>
            <a:r>
              <a:rPr lang="en-US" dirty="0" err="1"/>
              <a:t>endPort</a:t>
            </a:r>
            <a:r>
              <a:rPr lang="en-US" dirty="0"/>
              <a:t> = </a:t>
            </a:r>
            <a:r>
              <a:rPr lang="en-US" dirty="0" err="1"/>
              <a:t>Integer.parseInt</a:t>
            </a:r>
            <a:r>
              <a:rPr lang="en-US" dirty="0"/>
              <a:t>(</a:t>
            </a:r>
            <a:r>
              <a:rPr lang="en-US" dirty="0" err="1"/>
              <a:t>scanner.nextLine</a:t>
            </a:r>
            <a:r>
              <a:rPr lang="en-US" dirty="0"/>
              <a:t>().trim());</a:t>
            </a:r>
          </a:p>
          <a:p>
            <a:endParaRPr lang="en-US" dirty="0"/>
          </a:p>
          <a:p>
            <a:r>
              <a:rPr lang="en-US" dirty="0"/>
              <a:t>            if (</a:t>
            </a:r>
            <a:r>
              <a:rPr lang="en-US" dirty="0" err="1"/>
              <a:t>startPort</a:t>
            </a:r>
            <a:r>
              <a:rPr lang="en-US" dirty="0"/>
              <a:t> &lt; 1 || </a:t>
            </a:r>
            <a:r>
              <a:rPr lang="en-US" dirty="0" err="1"/>
              <a:t>endPort</a:t>
            </a:r>
            <a:r>
              <a:rPr lang="en-US" dirty="0"/>
              <a:t> &gt; 65535 || </a:t>
            </a:r>
            <a:r>
              <a:rPr lang="en-US" dirty="0" err="1"/>
              <a:t>startPort</a:t>
            </a:r>
            <a:r>
              <a:rPr lang="en-US" dirty="0"/>
              <a:t> &gt; </a:t>
            </a:r>
            <a:r>
              <a:rPr lang="en-US" dirty="0" err="1"/>
              <a:t>endPort</a:t>
            </a:r>
            <a:r>
              <a:rPr lang="en-US" dirty="0"/>
              <a:t>) {</a:t>
            </a:r>
          </a:p>
          <a:p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("Invalid port range. Use 1..65535 and ensure start &lt;= end.");</a:t>
            </a:r>
          </a:p>
          <a:p>
            <a:r>
              <a:rPr lang="en-US" dirty="0"/>
              <a:t>                return;</a:t>
            </a:r>
          </a:p>
          <a:p>
            <a:r>
              <a:rPr lang="en-US" dirty="0"/>
              <a:t>            }</a:t>
            </a:r>
          </a:p>
          <a:p>
            <a:endParaRPr lang="en-US" dirty="0"/>
          </a:p>
          <a:p>
            <a:r>
              <a:rPr lang="en-US" dirty="0"/>
              <a:t>            int </a:t>
            </a:r>
            <a:r>
              <a:rPr lang="en-US" dirty="0" err="1"/>
              <a:t>timeoutMs</a:t>
            </a:r>
            <a:r>
              <a:rPr lang="en-US" dirty="0"/>
              <a:t> = 1000;</a:t>
            </a:r>
          </a:p>
          <a:p>
            <a:r>
              <a:rPr lang="en-US" dirty="0"/>
              <a:t>            int threads = </a:t>
            </a:r>
            <a:r>
              <a:rPr lang="en-US" dirty="0" err="1"/>
              <a:t>Math.min</a:t>
            </a:r>
            <a:r>
              <a:rPr lang="en-US" dirty="0"/>
              <a:t>(100, (</a:t>
            </a:r>
            <a:r>
              <a:rPr lang="en-US" dirty="0" err="1"/>
              <a:t>endPort</a:t>
            </a:r>
            <a:r>
              <a:rPr lang="en-US" dirty="0"/>
              <a:t> - </a:t>
            </a:r>
            <a:r>
              <a:rPr lang="en-US" dirty="0" err="1"/>
              <a:t>startPort</a:t>
            </a:r>
            <a:r>
              <a:rPr lang="en-US" dirty="0"/>
              <a:t> + 1)); // cap to reasonable size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System.out.printf</a:t>
            </a:r>
            <a:r>
              <a:rPr lang="en-US" dirty="0"/>
              <a:t>("Scanning ports %d to %d on %s with %d threads...%n",</a:t>
            </a:r>
          </a:p>
          <a:p>
            <a:r>
              <a:rPr lang="en-US" dirty="0"/>
              <a:t>                    </a:t>
            </a:r>
            <a:r>
              <a:rPr lang="en-US" dirty="0" err="1"/>
              <a:t>startPort</a:t>
            </a:r>
            <a:r>
              <a:rPr lang="en-US" dirty="0"/>
              <a:t>, </a:t>
            </a:r>
            <a:r>
              <a:rPr lang="en-US" dirty="0" err="1"/>
              <a:t>endPort</a:t>
            </a:r>
            <a:r>
              <a:rPr lang="en-US" dirty="0"/>
              <a:t>, </a:t>
            </a:r>
            <a:r>
              <a:rPr lang="en-US" dirty="0" err="1"/>
              <a:t>targetIP</a:t>
            </a:r>
            <a:r>
              <a:rPr lang="en-US" dirty="0"/>
              <a:t>, threads);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ExecutorService</a:t>
            </a:r>
            <a:r>
              <a:rPr lang="en-US" dirty="0"/>
              <a:t> pool = </a:t>
            </a:r>
            <a:r>
              <a:rPr lang="en-US" dirty="0" err="1"/>
              <a:t>Executors.newFixedThreadPool</a:t>
            </a:r>
            <a:r>
              <a:rPr lang="en-US" dirty="0"/>
              <a:t>(threads);</a:t>
            </a:r>
          </a:p>
          <a:p>
            <a:r>
              <a:rPr lang="en-US" dirty="0"/>
              <a:t>            List&lt;Future&lt;String&gt;&gt; results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/>
              <a:t>            for (int port = </a:t>
            </a:r>
            <a:r>
              <a:rPr lang="en-US" dirty="0" err="1"/>
              <a:t>startPort</a:t>
            </a:r>
            <a:r>
              <a:rPr lang="en-US" dirty="0"/>
              <a:t>; port &lt;= </a:t>
            </a:r>
            <a:r>
              <a:rPr lang="en-US" dirty="0" err="1"/>
              <a:t>endPort</a:t>
            </a:r>
            <a:r>
              <a:rPr lang="en-US" dirty="0"/>
              <a:t>; port++) {</a:t>
            </a:r>
          </a:p>
          <a:p>
            <a:r>
              <a:rPr lang="en-US" dirty="0"/>
              <a:t>                final int p = port;</a:t>
            </a:r>
          </a:p>
          <a:p>
            <a:r>
              <a:rPr lang="en-US" dirty="0"/>
              <a:t>                </a:t>
            </a:r>
            <a:r>
              <a:rPr lang="en-US" dirty="0" err="1"/>
              <a:t>results.add</a:t>
            </a:r>
            <a:r>
              <a:rPr lang="en-US" dirty="0"/>
              <a:t>(</a:t>
            </a:r>
            <a:r>
              <a:rPr lang="en-US" dirty="0" err="1"/>
              <a:t>pool.submit</a:t>
            </a:r>
            <a:r>
              <a:rPr lang="en-US" dirty="0"/>
              <a:t>(() -&gt; </a:t>
            </a:r>
            <a:r>
              <a:rPr lang="en-US" dirty="0" err="1"/>
              <a:t>isPortOpen</a:t>
            </a:r>
            <a:r>
              <a:rPr lang="en-US" dirty="0"/>
              <a:t>(</a:t>
            </a:r>
            <a:r>
              <a:rPr lang="en-US" dirty="0" err="1"/>
              <a:t>targetIP</a:t>
            </a:r>
            <a:r>
              <a:rPr lang="en-US" dirty="0"/>
              <a:t>, p, </a:t>
            </a:r>
            <a:r>
              <a:rPr lang="en-US" dirty="0" err="1"/>
              <a:t>timeoutMs</a:t>
            </a:r>
            <a:r>
              <a:rPr lang="en-US" dirty="0"/>
              <a:t>)</a:t>
            </a:r>
          </a:p>
          <a:p>
            <a:r>
              <a:rPr lang="en-US" dirty="0"/>
              <a:t>                        ? ("Port " + p + " is OPEN")</a:t>
            </a:r>
          </a:p>
          <a:p>
            <a:r>
              <a:rPr lang="en-US" dirty="0"/>
              <a:t>                        : ("Port " + p + " is CLOSED")));</a:t>
            </a:r>
          </a:p>
          <a:p>
            <a:r>
              <a:rPr lang="en-US" dirty="0"/>
              <a:t>            }</a:t>
            </a:r>
          </a:p>
          <a:p>
            <a:endParaRPr lang="en-US" dirty="0"/>
          </a:p>
          <a:p>
            <a:r>
              <a:rPr lang="en-US" dirty="0"/>
              <a:t>            // Print results as they complete (in submitted order here)</a:t>
            </a:r>
          </a:p>
          <a:p>
            <a:r>
              <a:rPr lang="en-US" dirty="0"/>
              <a:t>            for (Future&lt;String&gt; f : results) {</a:t>
            </a:r>
          </a:p>
          <a:p>
            <a:r>
              <a:rPr lang="en-US" dirty="0"/>
              <a:t>                try {</a:t>
            </a:r>
          </a:p>
          <a:p>
            <a:r>
              <a:rPr lang="en-US" dirty="0"/>
              <a:t>           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f.get</a:t>
            </a:r>
            <a:r>
              <a:rPr lang="en-US" dirty="0"/>
              <a:t>());</a:t>
            </a:r>
          </a:p>
          <a:p>
            <a:r>
              <a:rPr lang="en-US" dirty="0"/>
              <a:t>                } catch (</a:t>
            </a:r>
            <a:r>
              <a:rPr lang="en-US" dirty="0" err="1"/>
              <a:t>ExecutionException</a:t>
            </a:r>
            <a:r>
              <a:rPr lang="en-US" dirty="0"/>
              <a:t> e) {</a:t>
            </a:r>
          </a:p>
          <a:p>
            <a:r>
              <a:rPr lang="en-US" dirty="0"/>
              <a:t>                    </a:t>
            </a:r>
            <a:r>
              <a:rPr lang="en-US" dirty="0" err="1"/>
              <a:t>System.out.println</a:t>
            </a:r>
            <a:r>
              <a:rPr lang="en-US" dirty="0"/>
              <a:t>("Error: " + </a:t>
            </a:r>
            <a:r>
              <a:rPr lang="en-US" dirty="0" err="1"/>
              <a:t>e.getCause</a:t>
            </a:r>
            <a:r>
              <a:rPr lang="en-US" dirty="0"/>
              <a:t>());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}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pool.shutdown</a:t>
            </a:r>
            <a:r>
              <a:rPr lang="en-US" dirty="0"/>
              <a:t>();</a:t>
            </a:r>
          </a:p>
          <a:p>
            <a:r>
              <a:rPr lang="en-US" dirty="0"/>
              <a:t>            </a:t>
            </a:r>
            <a:r>
              <a:rPr lang="en-US" dirty="0" err="1"/>
              <a:t>pool.awaitTermination</a:t>
            </a:r>
            <a:r>
              <a:rPr lang="en-US" dirty="0"/>
              <a:t>(1, </a:t>
            </a:r>
            <a:r>
              <a:rPr lang="en-US" dirty="0" err="1"/>
              <a:t>TimeUnit.MINUTES</a:t>
            </a:r>
            <a:r>
              <a:rPr lang="en-US" dirty="0"/>
              <a:t>);</a:t>
            </a:r>
          </a:p>
          <a:p>
            <a:r>
              <a:rPr lang="en-US" dirty="0"/>
              <a:t>        } catch (</a:t>
            </a:r>
            <a:r>
              <a:rPr lang="en-US" dirty="0" err="1"/>
              <a:t>NumberFormatException</a:t>
            </a:r>
            <a:r>
              <a:rPr lang="en-US" dirty="0"/>
              <a:t> ex) {</a:t>
            </a:r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("Please enter valid integer values for ports.");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75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980</Words>
  <Application>Microsoft Office PowerPoint</Application>
  <PresentationFormat>Widescreen</PresentationFormat>
  <Paragraphs>115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ONG Yoke Chiang</dc:creator>
  <cp:lastModifiedBy>ONG Yoke Chiang</cp:lastModifiedBy>
  <cp:revision>1</cp:revision>
  <dcterms:created xsi:type="dcterms:W3CDTF">2026-10-13T06:49:39Z</dcterms:created>
  <dcterms:modified xsi:type="dcterms:W3CDTF">2026-10-13T06:50:20Z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418ee5-23e2-415c-a7a0-e3652cb3d681_Enabled">
    <vt:lpwstr>true</vt:lpwstr>
  </property>
  <property fmtid="{D5CDD505-2E9C-101B-9397-08002B2CF9AE}" pid="3" name="MSIP_Label_f1418ee5-23e2-415c-a7a0-e3652cb3d681_SetDate">
    <vt:lpwstr>2026-10-13T06:50:20Z</vt:lpwstr>
  </property>
  <property fmtid="{D5CDD505-2E9C-101B-9397-08002B2CF9AE}" pid="4" name="MSIP_Label_f1418ee5-23e2-415c-a7a0-e3652cb3d681_Method">
    <vt:lpwstr>Standard</vt:lpwstr>
  </property>
  <property fmtid="{D5CDD505-2E9C-101B-9397-08002B2CF9AE}" pid="5" name="MSIP_Label_f1418ee5-23e2-415c-a7a0-e3652cb3d681_Name">
    <vt:lpwstr>Restricted</vt:lpwstr>
  </property>
  <property fmtid="{D5CDD505-2E9C-101B-9397-08002B2CF9AE}" pid="6" name="MSIP_Label_f1418ee5-23e2-415c-a7a0-e3652cb3d681_SiteId">
    <vt:lpwstr>7e586855-d882-4339-9a56-032d0aa10991</vt:lpwstr>
  </property>
  <property fmtid="{D5CDD505-2E9C-101B-9397-08002B2CF9AE}" pid="7" name="MSIP_Label_f1418ee5-23e2-415c-a7a0-e3652cb3d681_ActionId">
    <vt:lpwstr>77cd6eec-3ed9-4d52-8043-4ace75bd0162</vt:lpwstr>
  </property>
  <property fmtid="{D5CDD505-2E9C-101B-9397-08002B2CF9AE}" pid="8" name="MSIP_Label_f1418ee5-23e2-415c-a7a0-e3652cb3d681_ContentBits">
    <vt:lpwstr>2</vt:lpwstr>
  </property>
  <property fmtid="{D5CDD505-2E9C-101B-9397-08002B2CF9AE}" pid="9" name="MSIP_Label_f1418ee5-23e2-415c-a7a0-e3652cb3d681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## RESTRICTED ##</vt:lpwstr>
  </property>
</Properties>
</file>